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[Company Name]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Simulation — Our Story | Team: [names]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were: strategy &amp; ambition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Mission / vision in one line</a:t>
            </a:r>
          </a:p>
          <a:p>
            <a:pPr>
              <a:defRPr sz="1800"/>
            </a:pPr>
            <a:r>
              <a:t>Target segments and positioning</a:t>
            </a:r>
          </a:p>
          <a:p>
            <a:pPr>
              <a:defRPr sz="1800"/>
            </a:pPr>
            <a:r>
              <a:t>How we organized the executive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happened: 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Cumulative balanced scorecard vs. competitors (graph)</a:t>
            </a:r>
          </a:p>
          <a:p>
            <a:pPr>
              <a:defRPr sz="1800"/>
            </a:pPr>
            <a:r>
              <a:t>Market share and net income trajectory (graph)</a:t>
            </a:r>
          </a:p>
          <a:p>
            <a:pPr>
              <a:defRPr sz="1800"/>
            </a:pPr>
            <a:r>
              <a:t>Conscious/CSR scorecard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happened: successes &amp;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Success #1 + root cause</a:t>
            </a:r>
          </a:p>
          <a:p>
            <a:pPr>
              <a:defRPr sz="1800"/>
            </a:pPr>
            <a:r>
              <a:t>Failure #1 + root cause</a:t>
            </a:r>
          </a:p>
          <a:p>
            <a:pPr>
              <a:defRPr sz="1800"/>
            </a:pPr>
            <a:r>
              <a:t>How we changed our working methods mid-week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Lesson 1 — [business discipline integration]</a:t>
            </a:r>
          </a:p>
          <a:p>
            <a:pPr>
              <a:defRPr sz="1800"/>
            </a:pPr>
            <a:r>
              <a:t>Lesson 2 — [team decision-making under time pressure]</a:t>
            </a:r>
          </a:p>
          <a:p>
            <a:pPr>
              <a:defRPr sz="1800"/>
            </a:pPr>
            <a:r>
              <a:t>Lesson 3 — [linking decisions to the scorecard]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we'd share with other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Top recommendation if starting over</a:t>
            </a:r>
          </a:p>
          <a:p>
            <a:pPr>
              <a:defRPr sz="1800"/>
            </a:pPr>
            <a:r>
              <a:t>One thing we'd never do again</a:t>
            </a:r>
          </a:p>
          <a:p>
            <a:pPr>
              <a:defRPr sz="1800"/>
            </a:pPr>
            <a:r>
              <a:t>Question we leave the audience with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